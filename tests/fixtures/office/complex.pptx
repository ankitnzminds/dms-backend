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EMEA</c:v>
                </c:pt>
                <c:pt idx="1">
                  <c:v>APAC</c:v>
                </c:pt>
                <c:pt idx="2">
                  <c:v>AMER</c:v>
                </c:pt>
                <c:pt idx="3">
                  <c:v>LATAM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5913</c:v>
                </c:pt>
                <c:pt idx="1">
                  <c:v>4722</c:v>
                </c:pt>
                <c:pt idx="2">
                  <c:v>8720</c:v>
                </c:pt>
                <c:pt idx="3">
                  <c:v>1927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EMEA</c:v>
                </c:pt>
                <c:pt idx="1">
                  <c:v>APAC</c:v>
                </c:pt>
                <c:pt idx="2">
                  <c:v>AMER</c:v>
                </c:pt>
                <c:pt idx="3">
                  <c:v>LATAM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6000</c:v>
                </c:pt>
                <c:pt idx="1">
                  <c:v>5200</c:v>
                </c:pt>
                <c:pt idx="2">
                  <c:v>9100</c:v>
                </c:pt>
                <c:pt idx="3">
                  <c:v>2100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mention the APAC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Fidelity test deck - ACME Corp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14% year over year</a:t>
            </a:r>
          </a:p>
          <a:p>
            <a:pPr lvl="1"/>
            <a:r>
              <a:t>APAC grew fastest at 21%</a:t>
            </a:r>
          </a:p>
          <a:p>
            <a:pPr lvl="1"/>
            <a:r>
              <a:t>Churn down to 2.1%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F3864"/>
                </a:solidFill>
              </a:rPr>
              <a:t>Shapes, table and image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2743200" cy="13716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 call-out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200400"/>
          <a:ext cx="4572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54864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3291840" cy="1508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